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Open Sans SemiBold"/>
      <p:regular r:id="rId11"/>
      <p:bold r:id="rId12"/>
      <p:italic r:id="rId13"/>
      <p:boldItalic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NQOQ340Twk+3DT9TNIkmhy/5g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SemiBold-italic.fntdata"/><Relationship Id="rId12" Type="http://schemas.openxmlformats.org/officeDocument/2006/relationships/font" Target="fonts/OpenSans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OpenSans-regular.fntdata"/><Relationship Id="rId14" Type="http://schemas.openxmlformats.org/officeDocument/2006/relationships/font" Target="fonts/OpenSansSemiBold-boldItalic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2"/>
          <p:cNvSpPr txBox="1"/>
          <p:nvPr>
            <p:ph type="ctrTitle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" type="subTitle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21" name="Google Shape;21;p12"/>
          <p:cNvCxnSpPr/>
          <p:nvPr/>
        </p:nvCxnSpPr>
        <p:spPr>
          <a:xfrm>
            <a:off x="1422400" y="2743200"/>
            <a:ext cx="934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" name="Google Shape;2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6113" y="1830811"/>
            <a:ext cx="2775881" cy="4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r Slide" showMasterSp="0">
  <p:cSld name="Spacer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2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2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2"/>
          <p:cNvSpPr txBox="1"/>
          <p:nvPr>
            <p:ph type="ctrTitle"/>
          </p:nvPr>
        </p:nvSpPr>
        <p:spPr>
          <a:xfrm>
            <a:off x="1524000" y="2359916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" type="subTitle"/>
          </p:nvPr>
        </p:nvSpPr>
        <p:spPr>
          <a:xfrm>
            <a:off x="1524000" y="3358503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3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>
  <p:cSld name="Title and 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277934" y="1535081"/>
            <a:ext cx="5641848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2" type="body"/>
          </p:nvPr>
        </p:nvSpPr>
        <p:spPr>
          <a:xfrm>
            <a:off x="6275268" y="1535081"/>
            <a:ext cx="5638800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5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" type="body"/>
          </p:nvPr>
        </p:nvSpPr>
        <p:spPr>
          <a:xfrm>
            <a:off x="277934" y="1222717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5"/>
          <p:cNvSpPr txBox="1"/>
          <p:nvPr>
            <p:ph idx="2" type="body"/>
          </p:nvPr>
        </p:nvSpPr>
        <p:spPr>
          <a:xfrm>
            <a:off x="277934" y="2046628"/>
            <a:ext cx="5641848" cy="3820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3" type="body"/>
          </p:nvPr>
        </p:nvSpPr>
        <p:spPr>
          <a:xfrm>
            <a:off x="6283452" y="1222717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5"/>
          <p:cNvSpPr txBox="1"/>
          <p:nvPr>
            <p:ph idx="4" type="body"/>
          </p:nvPr>
        </p:nvSpPr>
        <p:spPr>
          <a:xfrm>
            <a:off x="6283452" y="2046628"/>
            <a:ext cx="5641848" cy="3820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ntent">
  <p:cSld name="Title and Three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7"/>
          <p:cNvSpPr/>
          <p:nvPr>
            <p:ph idx="1" type="body"/>
          </p:nvPr>
        </p:nvSpPr>
        <p:spPr>
          <a:xfrm>
            <a:off x="8382000" y="2005584"/>
            <a:ext cx="3200400" cy="3140075"/>
          </a:xfrm>
          <a:prstGeom prst="roundRect">
            <a:avLst>
              <a:gd fmla="val 942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7"/>
          <p:cNvSpPr/>
          <p:nvPr>
            <p:ph idx="2" type="body"/>
          </p:nvPr>
        </p:nvSpPr>
        <p:spPr>
          <a:xfrm>
            <a:off x="4495800" y="2011680"/>
            <a:ext cx="3200400" cy="3136392"/>
          </a:xfrm>
          <a:prstGeom prst="roundRect">
            <a:avLst>
              <a:gd fmla="val 942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7"/>
          <p:cNvSpPr/>
          <p:nvPr>
            <p:ph idx="3" type="body"/>
          </p:nvPr>
        </p:nvSpPr>
        <p:spPr>
          <a:xfrm>
            <a:off x="609600" y="1981200"/>
            <a:ext cx="3200400" cy="3140075"/>
          </a:xfrm>
          <a:prstGeom prst="roundRect">
            <a:avLst>
              <a:gd fmla="val 942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4" type="body"/>
          </p:nvPr>
        </p:nvSpPr>
        <p:spPr>
          <a:xfrm>
            <a:off x="8382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5" type="body"/>
          </p:nvPr>
        </p:nvSpPr>
        <p:spPr>
          <a:xfrm>
            <a:off x="86106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6" type="body"/>
          </p:nvPr>
        </p:nvSpPr>
        <p:spPr>
          <a:xfrm>
            <a:off x="47244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Title and 3 Image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/>
          <p:nvPr>
            <p:ph idx="2" type="pic"/>
          </p:nvPr>
        </p:nvSpPr>
        <p:spPr>
          <a:xfrm>
            <a:off x="4928245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38"/>
          <p:cNvSpPr/>
          <p:nvPr>
            <p:ph idx="1" type="body"/>
          </p:nvPr>
        </p:nvSpPr>
        <p:spPr>
          <a:xfrm>
            <a:off x="4922310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chemeClr val="lt1">
              <a:alpha val="9411"/>
            </a:schemeClr>
          </a:solidFill>
          <a:ln>
            <a:noFill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3" type="body"/>
          </p:nvPr>
        </p:nvSpPr>
        <p:spPr>
          <a:xfrm>
            <a:off x="5088879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8"/>
          <p:cNvSpPr/>
          <p:nvPr>
            <p:ph idx="4" type="pic"/>
          </p:nvPr>
        </p:nvSpPr>
        <p:spPr>
          <a:xfrm>
            <a:off x="1490460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38"/>
          <p:cNvSpPr/>
          <p:nvPr>
            <p:ph idx="5" type="body"/>
          </p:nvPr>
        </p:nvSpPr>
        <p:spPr>
          <a:xfrm>
            <a:off x="1484525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chemeClr val="lt1">
              <a:alpha val="9411"/>
            </a:schemeClr>
          </a:solidFill>
          <a:ln>
            <a:noFill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800"/>
              <a:buFont typeface="Arial"/>
              <a:buNone/>
              <a:defRPr sz="18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6" type="body"/>
          </p:nvPr>
        </p:nvSpPr>
        <p:spPr>
          <a:xfrm>
            <a:off x="1651094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8"/>
          <p:cNvSpPr/>
          <p:nvPr>
            <p:ph idx="7" type="pic"/>
          </p:nvPr>
        </p:nvSpPr>
        <p:spPr>
          <a:xfrm>
            <a:off x="8360095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8"/>
          <p:cNvSpPr/>
          <p:nvPr>
            <p:ph idx="8" type="body"/>
          </p:nvPr>
        </p:nvSpPr>
        <p:spPr>
          <a:xfrm>
            <a:off x="8354160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chemeClr val="lt1">
              <a:alpha val="9411"/>
            </a:schemeClr>
          </a:solidFill>
          <a:ln>
            <a:noFill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9" type="body"/>
          </p:nvPr>
        </p:nvSpPr>
        <p:spPr>
          <a:xfrm>
            <a:off x="8520729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8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 showMasterSp="0">
  <p:cSld name="Image and 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9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9"/>
          <p:cNvSpPr/>
          <p:nvPr/>
        </p:nvSpPr>
        <p:spPr>
          <a:xfrm>
            <a:off x="3815398" y="1066800"/>
            <a:ext cx="6509702" cy="4273994"/>
          </a:xfrm>
          <a:prstGeom prst="roundRect">
            <a:avLst>
              <a:gd fmla="val 0" name="adj"/>
            </a:avLst>
          </a:prstGeom>
          <a:solidFill>
            <a:schemeClr val="lt1">
              <a:alpha val="9411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9"/>
          <p:cNvSpPr txBox="1"/>
          <p:nvPr>
            <p:ph idx="1" type="body"/>
          </p:nvPr>
        </p:nvSpPr>
        <p:spPr>
          <a:xfrm>
            <a:off x="4978400" y="2839928"/>
            <a:ext cx="534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i="0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b="0" i="0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2" type="body"/>
          </p:nvPr>
        </p:nvSpPr>
        <p:spPr>
          <a:xfrm>
            <a:off x="4978400" y="3352800"/>
            <a:ext cx="5346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b="0" i="0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9"/>
          <p:cNvSpPr/>
          <p:nvPr>
            <p:ph idx="3" type="pic"/>
          </p:nvPr>
        </p:nvSpPr>
        <p:spPr>
          <a:xfrm>
            <a:off x="1866900" y="1600200"/>
            <a:ext cx="3111500" cy="3159346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9"/>
          <p:cNvSpPr/>
          <p:nvPr/>
        </p:nvSpPr>
        <p:spPr>
          <a:xfrm>
            <a:off x="-2" y="6212926"/>
            <a:ext cx="12192001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0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0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Content Right">
  <p:cSld name="Title and Text Left_Content Righ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1"/>
          <p:cNvSpPr txBox="1"/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" type="body"/>
          </p:nvPr>
        </p:nvSpPr>
        <p:spPr>
          <a:xfrm>
            <a:off x="277934" y="1535080"/>
            <a:ext cx="5498276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41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41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Text Right">
  <p:cSld name="Title and Text Left_Text Righ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2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>
              <a:alpha val="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2"/>
          <p:cNvSpPr txBox="1"/>
          <p:nvPr>
            <p:ph type="title"/>
          </p:nvPr>
        </p:nvSpPr>
        <p:spPr>
          <a:xfrm>
            <a:off x="277934" y="295773"/>
            <a:ext cx="5495544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1" type="body"/>
          </p:nvPr>
        </p:nvSpPr>
        <p:spPr>
          <a:xfrm>
            <a:off x="277934" y="1535080"/>
            <a:ext cx="5498276" cy="433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2" name="Google Shape;92;p42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42"/>
          <p:cNvSpPr txBox="1"/>
          <p:nvPr>
            <p:ph idx="2" type="body"/>
          </p:nvPr>
        </p:nvSpPr>
        <p:spPr>
          <a:xfrm>
            <a:off x="6429756" y="419100"/>
            <a:ext cx="5495544" cy="5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Content Right" showMasterSp="0">
  <p:cSld name="Title and Text Left Multiple_Content Righ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3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3"/>
          <p:cNvSpPr txBox="1"/>
          <p:nvPr>
            <p:ph type="title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3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cxnSp>
        <p:nvCxnSpPr>
          <p:cNvPr id="98" name="Google Shape;98;p43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43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3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4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Text Right" showMasterSp="0">
  <p:cSld name="Title and Text Left Multiple_Text Righ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4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4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>
              <a:alpha val="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4"/>
          <p:cNvSpPr txBox="1"/>
          <p:nvPr>
            <p:ph type="title"/>
          </p:nvPr>
        </p:nvSpPr>
        <p:spPr>
          <a:xfrm>
            <a:off x="277934" y="295773"/>
            <a:ext cx="54955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4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cxnSp>
        <p:nvCxnSpPr>
          <p:cNvPr id="108" name="Google Shape;108;p44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44"/>
          <p:cNvSpPr txBox="1"/>
          <p:nvPr>
            <p:ph idx="2" type="body"/>
          </p:nvPr>
        </p:nvSpPr>
        <p:spPr>
          <a:xfrm>
            <a:off x="6418522" y="419100"/>
            <a:ext cx="5495544" cy="5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44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4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Image">
  <p:cSld name="Title and Large Imag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5"/>
          <p:cNvSpPr/>
          <p:nvPr>
            <p:ph idx="2" type="pic"/>
          </p:nvPr>
        </p:nvSpPr>
        <p:spPr>
          <a:xfrm>
            <a:off x="0" y="1142999"/>
            <a:ext cx="12192000" cy="5084065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45"/>
          <p:cNvSpPr/>
          <p:nvPr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5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45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8" name="Google Shape;118;p45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6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46"/>
          <p:cNvCxnSpPr/>
          <p:nvPr/>
        </p:nvCxnSpPr>
        <p:spPr>
          <a:xfrm>
            <a:off x="406402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46"/>
          <p:cNvSpPr/>
          <p:nvPr>
            <p:ph idx="2" type="pic"/>
          </p:nvPr>
        </p:nvSpPr>
        <p:spPr>
          <a:xfrm>
            <a:off x="0" y="1143000"/>
            <a:ext cx="12192000" cy="5714999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46"/>
          <p:cNvSpPr/>
          <p:nvPr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6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5" name="Google Shape;125;p46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ull Image" showMasterSp="0">
  <p:cSld name="Title and Full Imag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ctrTitle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>
            <p:ph idx="1" type="subTitle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38" name="Google Shape;138;p15"/>
          <p:cNvCxnSpPr/>
          <p:nvPr/>
        </p:nvCxnSpPr>
        <p:spPr>
          <a:xfrm>
            <a:off x="1422400" y="2743200"/>
            <a:ext cx="93472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Toastmasters International" id="139" name="Google Shape;13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4715" y="1830810"/>
            <a:ext cx="2782570" cy="430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r Slide" showMasterSp="0" type="title">
  <p:cSld name="TITL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>
            <p:ph type="ctrTitle"/>
          </p:nvPr>
        </p:nvSpPr>
        <p:spPr>
          <a:xfrm>
            <a:off x="1524000" y="2359916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6"/>
          <p:cNvSpPr txBox="1"/>
          <p:nvPr>
            <p:ph idx="1" type="subTitle"/>
          </p:nvPr>
        </p:nvSpPr>
        <p:spPr>
          <a:xfrm>
            <a:off x="1524000" y="3358503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3" name="Google Shape;143;p16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>
  <p:cSld name="Title and Two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277934" y="1535081"/>
            <a:ext cx="5641848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body"/>
          </p:nvPr>
        </p:nvSpPr>
        <p:spPr>
          <a:xfrm>
            <a:off x="6275268" y="1535081"/>
            <a:ext cx="5638800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8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Comparison" type="twoTxTwoObj">
  <p:cSld name="TWO_OBJECTS_WITH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>
            <p:ph idx="1" type="body"/>
          </p:nvPr>
        </p:nvSpPr>
        <p:spPr>
          <a:xfrm>
            <a:off x="277934" y="1361863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19"/>
          <p:cNvSpPr txBox="1"/>
          <p:nvPr>
            <p:ph idx="2" type="body"/>
          </p:nvPr>
        </p:nvSpPr>
        <p:spPr>
          <a:xfrm>
            <a:off x="277934" y="2185775"/>
            <a:ext cx="5641848" cy="36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3" type="body"/>
          </p:nvPr>
        </p:nvSpPr>
        <p:spPr>
          <a:xfrm>
            <a:off x="6283452" y="1361863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0" name="Google Shape;160;p19"/>
          <p:cNvSpPr txBox="1"/>
          <p:nvPr>
            <p:ph idx="4" type="body"/>
          </p:nvPr>
        </p:nvSpPr>
        <p:spPr>
          <a:xfrm>
            <a:off x="6283452" y="2185775"/>
            <a:ext cx="5641848" cy="36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ntent">
  <p:cSld name="Title and Three Conten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21"/>
          <p:cNvSpPr/>
          <p:nvPr>
            <p:ph idx="1" type="body"/>
          </p:nvPr>
        </p:nvSpPr>
        <p:spPr>
          <a:xfrm>
            <a:off x="8382000" y="2005584"/>
            <a:ext cx="3200400" cy="3140075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21"/>
          <p:cNvSpPr/>
          <p:nvPr>
            <p:ph idx="2" type="body"/>
          </p:nvPr>
        </p:nvSpPr>
        <p:spPr>
          <a:xfrm>
            <a:off x="4495800" y="2011680"/>
            <a:ext cx="3200400" cy="3140075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1"/>
          <p:cNvSpPr/>
          <p:nvPr>
            <p:ph idx="3" type="body"/>
          </p:nvPr>
        </p:nvSpPr>
        <p:spPr>
          <a:xfrm>
            <a:off x="609600" y="1981200"/>
            <a:ext cx="3200400" cy="3140075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4" type="body"/>
          </p:nvPr>
        </p:nvSpPr>
        <p:spPr>
          <a:xfrm>
            <a:off x="8382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21"/>
          <p:cNvSpPr txBox="1"/>
          <p:nvPr>
            <p:ph idx="5" type="body"/>
          </p:nvPr>
        </p:nvSpPr>
        <p:spPr>
          <a:xfrm>
            <a:off x="86106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21"/>
          <p:cNvSpPr txBox="1"/>
          <p:nvPr>
            <p:ph idx="6" type="body"/>
          </p:nvPr>
        </p:nvSpPr>
        <p:spPr>
          <a:xfrm>
            <a:off x="47244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 showMasterSp="0">
  <p:cSld name="Image and 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/>
          <p:nvPr/>
        </p:nvSpPr>
        <p:spPr>
          <a:xfrm>
            <a:off x="-12192" y="6212926"/>
            <a:ext cx="12216384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/>
          <p:nvPr/>
        </p:nvSpPr>
        <p:spPr>
          <a:xfrm>
            <a:off x="3815398" y="1066800"/>
            <a:ext cx="6509702" cy="4273994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1866900" y="1600200"/>
            <a:ext cx="3111498" cy="315934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/>
          <p:nvPr>
            <p:ph idx="2" type="pic"/>
          </p:nvPr>
        </p:nvSpPr>
        <p:spPr>
          <a:xfrm>
            <a:off x="1866900" y="1600200"/>
            <a:ext cx="3111500" cy="3159346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2"/>
          <p:cNvSpPr txBox="1"/>
          <p:nvPr>
            <p:ph idx="1" type="body"/>
          </p:nvPr>
        </p:nvSpPr>
        <p:spPr>
          <a:xfrm>
            <a:off x="4978400" y="2839928"/>
            <a:ext cx="534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i="0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400"/>
              <a:buNone/>
              <a:defRPr b="0" i="0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0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3" type="body"/>
          </p:nvPr>
        </p:nvSpPr>
        <p:spPr>
          <a:xfrm>
            <a:off x="4978400" y="3352800"/>
            <a:ext cx="5346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400"/>
              <a:buNone/>
              <a:defRPr b="0" i="0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0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Title and 3 Image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3"/>
          <p:cNvSpPr/>
          <p:nvPr>
            <p:ph idx="2" type="pic"/>
          </p:nvPr>
        </p:nvSpPr>
        <p:spPr>
          <a:xfrm>
            <a:off x="4928245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23"/>
          <p:cNvSpPr/>
          <p:nvPr>
            <p:ph idx="1" type="body"/>
          </p:nvPr>
        </p:nvSpPr>
        <p:spPr>
          <a:xfrm>
            <a:off x="4922310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23"/>
          <p:cNvSpPr txBox="1"/>
          <p:nvPr>
            <p:ph idx="3" type="body"/>
          </p:nvPr>
        </p:nvSpPr>
        <p:spPr>
          <a:xfrm>
            <a:off x="5088879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23"/>
          <p:cNvSpPr/>
          <p:nvPr>
            <p:ph idx="4" type="pic"/>
          </p:nvPr>
        </p:nvSpPr>
        <p:spPr>
          <a:xfrm>
            <a:off x="1490460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3"/>
          <p:cNvSpPr/>
          <p:nvPr>
            <p:ph idx="5" type="body"/>
          </p:nvPr>
        </p:nvSpPr>
        <p:spPr>
          <a:xfrm>
            <a:off x="1484525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23"/>
          <p:cNvSpPr txBox="1"/>
          <p:nvPr>
            <p:ph idx="6" type="body"/>
          </p:nvPr>
        </p:nvSpPr>
        <p:spPr>
          <a:xfrm>
            <a:off x="1651094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3"/>
          <p:cNvSpPr/>
          <p:nvPr>
            <p:ph idx="7" type="pic"/>
          </p:nvPr>
        </p:nvSpPr>
        <p:spPr>
          <a:xfrm>
            <a:off x="8360095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3"/>
          <p:cNvSpPr/>
          <p:nvPr>
            <p:ph idx="8" type="body"/>
          </p:nvPr>
        </p:nvSpPr>
        <p:spPr>
          <a:xfrm>
            <a:off x="8354160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509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23"/>
          <p:cNvSpPr txBox="1"/>
          <p:nvPr>
            <p:ph idx="9" type="body"/>
          </p:nvPr>
        </p:nvSpPr>
        <p:spPr>
          <a:xfrm>
            <a:off x="8520729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2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Content Right">
  <p:cSld name="Title and Text Left_Content Righ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277934" y="1535080"/>
            <a:ext cx="5498276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24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Content Right_2">
  <p:cSld name="Title and Text Left_Content Right_2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5"/>
          <p:cNvSpPr txBox="1"/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277934" y="1535080"/>
            <a:ext cx="5498276" cy="433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25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Text Right">
  <p:cSld name="Title and Text Left_Text Righ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277934" y="295773"/>
            <a:ext cx="5495544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1" type="body"/>
          </p:nvPr>
        </p:nvSpPr>
        <p:spPr>
          <a:xfrm>
            <a:off x="277934" y="1535080"/>
            <a:ext cx="5498276" cy="433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26"/>
          <p:cNvSpPr txBox="1"/>
          <p:nvPr>
            <p:ph idx="2" type="body"/>
          </p:nvPr>
        </p:nvSpPr>
        <p:spPr>
          <a:xfrm>
            <a:off x="6429756" y="419100"/>
            <a:ext cx="5495544" cy="5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Content Right" showMasterSp="0">
  <p:cSld name="Title and Text Left Multiple_Content Righ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7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27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27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Content Right_2" showMasterSp="0">
  <p:cSld name="Title and Text Left Multiple_Content Right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8"/>
          <p:cNvSpPr txBox="1"/>
          <p:nvPr>
            <p:ph type="title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4" name="Google Shape;224;p28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28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7" name="Google Shape;227;p28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8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Text Right" showMasterSp="0">
  <p:cSld name="Title and Text Left Multiple_Text Righ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319790" y="1219082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2" name="Google Shape;232;p29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>
            <p:ph idx="2" type="body"/>
          </p:nvPr>
        </p:nvSpPr>
        <p:spPr>
          <a:xfrm>
            <a:off x="6418522" y="419100"/>
            <a:ext cx="5495544" cy="5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29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Image">
  <p:cSld name="Title and Large Image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30"/>
          <p:cNvSpPr/>
          <p:nvPr>
            <p:ph idx="2" type="pic"/>
          </p:nvPr>
        </p:nvSpPr>
        <p:spPr>
          <a:xfrm>
            <a:off x="0" y="1142999"/>
            <a:ext cx="12192000" cy="5084065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0"/>
          <p:cNvSpPr/>
          <p:nvPr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0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1" name="Google Shape;241;p30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use colors" showMasterSp="0">
  <p:cSld name="How to use color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77934" y="295773"/>
            <a:ext cx="54955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1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31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49" name="Google Shape;249;p31"/>
          <p:cNvGrpSpPr/>
          <p:nvPr/>
        </p:nvGrpSpPr>
        <p:grpSpPr>
          <a:xfrm>
            <a:off x="6971959" y="785112"/>
            <a:ext cx="4340506" cy="868101"/>
            <a:chOff x="382104" y="3327719"/>
            <a:chExt cx="4340506" cy="868101"/>
          </a:xfrm>
        </p:grpSpPr>
        <p:sp>
          <p:nvSpPr>
            <p:cNvPr id="250" name="Google Shape;250;p31"/>
            <p:cNvSpPr/>
            <p:nvPr/>
          </p:nvSpPr>
          <p:spPr>
            <a:xfrm>
              <a:off x="382105" y="3327719"/>
              <a:ext cx="868101" cy="868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1250206" y="3327719"/>
              <a:ext cx="868101" cy="868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2118307" y="3327719"/>
              <a:ext cx="868101" cy="8681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2986408" y="3327719"/>
              <a:ext cx="868101" cy="86810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3854509" y="3327719"/>
              <a:ext cx="868101" cy="86810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 txBox="1"/>
            <p:nvPr/>
          </p:nvSpPr>
          <p:spPr>
            <a:xfrm>
              <a:off x="382104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 txBox="1"/>
            <p:nvPr/>
          </p:nvSpPr>
          <p:spPr>
            <a:xfrm>
              <a:off x="1250206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 txBox="1"/>
            <p:nvPr/>
          </p:nvSpPr>
          <p:spPr>
            <a:xfrm>
              <a:off x="2106732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 txBox="1"/>
            <p:nvPr/>
          </p:nvSpPr>
          <p:spPr>
            <a:xfrm>
              <a:off x="2974833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 txBox="1"/>
            <p:nvPr/>
          </p:nvSpPr>
          <p:spPr>
            <a:xfrm>
              <a:off x="3854509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31"/>
          <p:cNvGrpSpPr/>
          <p:nvPr/>
        </p:nvGrpSpPr>
        <p:grpSpPr>
          <a:xfrm>
            <a:off x="6971959" y="1900356"/>
            <a:ext cx="4340506" cy="868101"/>
            <a:chOff x="6794478" y="3327719"/>
            <a:chExt cx="4340506" cy="868101"/>
          </a:xfrm>
        </p:grpSpPr>
        <p:sp>
          <p:nvSpPr>
            <p:cNvPr id="261" name="Google Shape;261;p31"/>
            <p:cNvSpPr/>
            <p:nvPr/>
          </p:nvSpPr>
          <p:spPr>
            <a:xfrm>
              <a:off x="6794479" y="3327719"/>
              <a:ext cx="868101" cy="868101"/>
            </a:xfrm>
            <a:prstGeom prst="rect">
              <a:avLst/>
            </a:prstGeom>
            <a:solidFill>
              <a:srgbClr val="B3C3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7662580" y="3327719"/>
              <a:ext cx="868101" cy="868101"/>
            </a:xfrm>
            <a:prstGeom prst="rect">
              <a:avLst/>
            </a:prstGeom>
            <a:solidFill>
              <a:srgbClr val="7B98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8530681" y="3327719"/>
              <a:ext cx="868101" cy="868101"/>
            </a:xfrm>
            <a:prstGeom prst="rect">
              <a:avLst/>
            </a:prstGeom>
            <a:solidFill>
              <a:srgbClr val="4975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9398782" y="3327719"/>
              <a:ext cx="868101" cy="868101"/>
            </a:xfrm>
            <a:prstGeom prst="rect">
              <a:avLst/>
            </a:prstGeom>
            <a:solidFill>
              <a:srgbClr val="0B58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10266883" y="3327719"/>
              <a:ext cx="868101" cy="868101"/>
            </a:xfrm>
            <a:prstGeom prst="rect">
              <a:avLst/>
            </a:prstGeom>
            <a:solidFill>
              <a:srgbClr val="00416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 txBox="1"/>
            <p:nvPr/>
          </p:nvSpPr>
          <p:spPr>
            <a:xfrm>
              <a:off x="6794478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 txBox="1"/>
            <p:nvPr/>
          </p:nvSpPr>
          <p:spPr>
            <a:xfrm>
              <a:off x="7662580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 txBox="1"/>
            <p:nvPr/>
          </p:nvSpPr>
          <p:spPr>
            <a:xfrm>
              <a:off x="8519106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 txBox="1"/>
            <p:nvPr/>
          </p:nvSpPr>
          <p:spPr>
            <a:xfrm>
              <a:off x="9387207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 txBox="1"/>
            <p:nvPr/>
          </p:nvSpPr>
          <p:spPr>
            <a:xfrm>
              <a:off x="10266883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31"/>
          <p:cNvSpPr txBox="1"/>
          <p:nvPr/>
        </p:nvSpPr>
        <p:spPr>
          <a:xfrm>
            <a:off x="6971959" y="3097411"/>
            <a:ext cx="4340506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font size -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18pt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 weight -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(when used on background colors, for best accessibility).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Dark Gray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#333333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color on Accent 1 and Accent 2.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White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#FFFFFF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color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Accent 3, Accent 4, and Accent 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34.xml"/><Relationship Id="rId6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7243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/>
          <p:nvPr/>
        </p:nvSpPr>
        <p:spPr>
          <a:xfrm>
            <a:off x="-2" y="6212926"/>
            <a:ext cx="12192001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"/>
          <p:cNvSpPr txBox="1"/>
          <p:nvPr>
            <p:ph idx="1" type="body"/>
          </p:nvPr>
        </p:nvSpPr>
        <p:spPr>
          <a:xfrm>
            <a:off x="272316" y="1598532"/>
            <a:ext cx="11647368" cy="4269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1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" name="Google Shape;16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  <p15:guide id="3" pos="7440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pos="168">
          <p15:clr>
            <a:srgbClr val="F26B43"/>
          </p15:clr>
        </p15:guide>
        <p15:guide id="8" pos="7512">
          <p15:clr>
            <a:srgbClr val="F26B43"/>
          </p15:clr>
        </p15:guide>
        <p15:guide id="9" orient="horz" pos="3768">
          <p15:clr>
            <a:srgbClr val="F26B43"/>
          </p15:clr>
        </p15:guide>
        <p15:guide id="10" orient="horz" pos="36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oastmasters International" id="128" name="Google Shape;128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 txBox="1"/>
          <p:nvPr>
            <p:ph idx="1" type="body"/>
          </p:nvPr>
        </p:nvSpPr>
        <p:spPr>
          <a:xfrm>
            <a:off x="272316" y="1598532"/>
            <a:ext cx="11647368" cy="4269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2" name="Google Shape;132;p13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  <p15:guide id="3" pos="7440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pos="168">
          <p15:clr>
            <a:srgbClr val="F26B43"/>
          </p15:clr>
        </p15:guide>
        <p15:guide id="8" pos="7512">
          <p15:clr>
            <a:srgbClr val="F26B43"/>
          </p15:clr>
        </p15:guide>
        <p15:guide id="9" orient="horz" pos="3768">
          <p15:clr>
            <a:srgbClr val="F26B43"/>
          </p15:clr>
        </p15:guide>
        <p15:guide id="10" orient="horz" pos="3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"/>
          <p:cNvSpPr txBox="1"/>
          <p:nvPr>
            <p:ph idx="1" type="subTitle"/>
          </p:nvPr>
        </p:nvSpPr>
        <p:spPr>
          <a:xfrm>
            <a:off x="1182725" y="4000575"/>
            <a:ext cx="10287000" cy="25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 sz="405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79" name="Google Shape;279;p1"/>
          <p:cNvSpPr txBox="1"/>
          <p:nvPr>
            <p:ph type="ctrTitle"/>
          </p:nvPr>
        </p:nvSpPr>
        <p:spPr>
          <a:xfrm>
            <a:off x="1524000" y="3200400"/>
            <a:ext cx="9144000" cy="1847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oastmasters Theme Dark Mode">
  <a:themeElements>
    <a:clrScheme name="Toastmasters Burgundy">
      <a:dk1>
        <a:srgbClr val="333333"/>
      </a:dk1>
      <a:lt1>
        <a:srgbClr val="FFFFFF"/>
      </a:lt1>
      <a:dk2>
        <a:srgbClr val="012838"/>
      </a:dk2>
      <a:lt2>
        <a:srgbClr val="F5F5F5"/>
      </a:lt2>
      <a:accent1>
        <a:srgbClr val="DBBFBC"/>
      </a:accent1>
      <a:accent2>
        <a:srgbClr val="C08D8C"/>
      </a:accent2>
      <a:accent3>
        <a:srgbClr val="A66164"/>
      </a:accent3>
      <a:accent4>
        <a:srgbClr val="8D3B44"/>
      </a:accent4>
      <a:accent5>
        <a:srgbClr val="772432"/>
      </a:accent5>
      <a:accent6>
        <a:srgbClr val="5C1F28"/>
      </a:accent6>
      <a:hlink>
        <a:srgbClr val="0248C2"/>
      </a:hlink>
      <a:folHlink>
        <a:srgbClr val="0248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oastmasters Theme Light Mode">
  <a:themeElements>
    <a:clrScheme name="Toastmasters Burgundy">
      <a:dk1>
        <a:srgbClr val="333333"/>
      </a:dk1>
      <a:lt1>
        <a:srgbClr val="FFFFFF"/>
      </a:lt1>
      <a:dk2>
        <a:srgbClr val="012838"/>
      </a:dk2>
      <a:lt2>
        <a:srgbClr val="F5F5F5"/>
      </a:lt2>
      <a:accent1>
        <a:srgbClr val="DBBFBC"/>
      </a:accent1>
      <a:accent2>
        <a:srgbClr val="C08D8C"/>
      </a:accent2>
      <a:accent3>
        <a:srgbClr val="A66164"/>
      </a:accent3>
      <a:accent4>
        <a:srgbClr val="8D3B44"/>
      </a:accent4>
      <a:accent5>
        <a:srgbClr val="772432"/>
      </a:accent5>
      <a:accent6>
        <a:srgbClr val="5C1F28"/>
      </a:accent6>
      <a:hlink>
        <a:srgbClr val="0248C2"/>
      </a:hlink>
      <a:folHlink>
        <a:srgbClr val="0248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2020-09-21T11:19:09Z</dcterms:created>
  <dc:creator>Ramteke, Swati</dc:creator>
</cp:coreProperties>
</file>